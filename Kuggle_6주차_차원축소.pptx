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png" Type="http://schemas.openxmlformats.org/officeDocument/2006/relationships/image"/><Relationship Id="rId12" Target="../media/image23.png" Type="http://schemas.openxmlformats.org/officeDocument/2006/relationships/image"/><Relationship Id="rId13" Target="../media/image24.png" Type="http://schemas.openxmlformats.org/officeDocument/2006/relationships/image"/><Relationship Id="rId14" Target="../media/image25.png" Type="http://schemas.openxmlformats.org/officeDocument/2006/relationships/image"/><Relationship Id="rId15" Target="../media/image26.png" Type="http://schemas.openxmlformats.org/officeDocument/2006/relationships/image"/><Relationship Id="rId16" Target="../media/image27.png" Type="http://schemas.openxmlformats.org/officeDocument/2006/relationships/image"/><Relationship Id="rId17" Target="../media/image28.png" Type="http://schemas.openxmlformats.org/officeDocument/2006/relationships/image"/><Relationship Id="rId18" Target="../media/image29.png" Type="http://schemas.openxmlformats.org/officeDocument/2006/relationships/image"/><Relationship Id="rId19" Target="../media/image30.png" Type="http://schemas.openxmlformats.org/officeDocument/2006/relationships/image"/><Relationship Id="rId2" Target="../media/image2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11" Target="../media/image38.png" Type="http://schemas.openxmlformats.org/officeDocument/2006/relationships/image"/><Relationship Id="rId12" Target="../media/image39.png" Type="http://schemas.openxmlformats.org/officeDocument/2006/relationships/image"/><Relationship Id="rId13" Target="../media/image40.png" Type="http://schemas.openxmlformats.org/officeDocument/2006/relationships/image"/><Relationship Id="rId14" Target="../media/image41.png" Type="http://schemas.openxmlformats.org/officeDocument/2006/relationships/image"/><Relationship Id="rId15" Target="../media/image42.png" Type="http://schemas.openxmlformats.org/officeDocument/2006/relationships/image"/><Relationship Id="rId16" Target="../media/image43.png" Type="http://schemas.openxmlformats.org/officeDocument/2006/relationships/image"/><Relationship Id="rId17" Target="../media/image44.pn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media/image2.png" Type="http://schemas.openxmlformats.org/officeDocument/2006/relationships/image"/><Relationship Id="rId3" Target="../media/image14.png" Type="http://schemas.openxmlformats.org/officeDocument/2006/relationships/image"/><Relationship Id="rId4" Target="../media/image31.png" Type="http://schemas.openxmlformats.org/officeDocument/2006/relationships/image"/><Relationship Id="rId5" Target="../media/image32.png" Type="http://schemas.openxmlformats.org/officeDocument/2006/relationships/image"/><Relationship Id="rId6" Target="../media/image33.png" Type="http://schemas.openxmlformats.org/officeDocument/2006/relationships/image"/><Relationship Id="rId7" Target="../media/image34.png" Type="http://schemas.openxmlformats.org/officeDocument/2006/relationships/image"/><Relationship Id="rId8" Target="../media/image35.png" Type="http://schemas.openxmlformats.org/officeDocument/2006/relationships/image"/><Relationship Id="rId9" Target="../media/image3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4.png" Type="http://schemas.openxmlformats.org/officeDocument/2006/relationships/image"/><Relationship Id="rId4" Target="../media/image45.png" Type="http://schemas.openxmlformats.org/officeDocument/2006/relationships/image"/><Relationship Id="rId5" Target="../media/image31.png" Type="http://schemas.openxmlformats.org/officeDocument/2006/relationships/image"/><Relationship Id="rId6" Target="../media/image32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4.png" Type="http://schemas.openxmlformats.org/officeDocument/2006/relationships/image"/><Relationship Id="rId4" Target="../media/image47.png" Type="http://schemas.openxmlformats.org/officeDocument/2006/relationships/image"/><Relationship Id="rId5" Target="../media/image31.png" Type="http://schemas.openxmlformats.org/officeDocument/2006/relationships/image"/><Relationship Id="rId6" Target="../media/image32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png" Type="http://schemas.openxmlformats.org/officeDocument/2006/relationships/image"/><Relationship Id="rId12" Target="../media/image23.png" Type="http://schemas.openxmlformats.org/officeDocument/2006/relationships/image"/><Relationship Id="rId13" Target="../media/image24.png" Type="http://schemas.openxmlformats.org/officeDocument/2006/relationships/image"/><Relationship Id="rId14" Target="../media/image49.png" Type="http://schemas.openxmlformats.org/officeDocument/2006/relationships/image"/><Relationship Id="rId15" Target="../media/image50.png" Type="http://schemas.openxmlformats.org/officeDocument/2006/relationships/image"/><Relationship Id="rId16" Target="../media/image51.png" Type="http://schemas.openxmlformats.org/officeDocument/2006/relationships/image"/><Relationship Id="rId17" Target="../media/image52.png" Type="http://schemas.openxmlformats.org/officeDocument/2006/relationships/image"/><Relationship Id="rId18" Target="../media/image53.png" Type="http://schemas.openxmlformats.org/officeDocument/2006/relationships/image"/><Relationship Id="rId19" Target="../media/image54.png" Type="http://schemas.openxmlformats.org/officeDocument/2006/relationships/image"/><Relationship Id="rId2" Target="../media/image2.png" Type="http://schemas.openxmlformats.org/officeDocument/2006/relationships/image"/><Relationship Id="rId3" Target="../media/image14.png" Type="http://schemas.openxmlformats.org/officeDocument/2006/relationships/image"/><Relationship Id="rId4" Target="../media/image31.png" Type="http://schemas.openxmlformats.org/officeDocument/2006/relationships/image"/><Relationship Id="rId5" Target="../media/image32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png" Type="http://schemas.openxmlformats.org/officeDocument/2006/relationships/image"/><Relationship Id="rId12" Target="../media/image23.png" Type="http://schemas.openxmlformats.org/officeDocument/2006/relationships/image"/><Relationship Id="rId13" Target="../media/image24.png" Type="http://schemas.openxmlformats.org/officeDocument/2006/relationships/image"/><Relationship Id="rId14" Target="../media/image55.png" Type="http://schemas.openxmlformats.org/officeDocument/2006/relationships/image"/><Relationship Id="rId15" Target="../media/image56.png" Type="http://schemas.openxmlformats.org/officeDocument/2006/relationships/image"/><Relationship Id="rId16" Target="../media/image57.png" Type="http://schemas.openxmlformats.org/officeDocument/2006/relationships/image"/><Relationship Id="rId17" Target="../media/image58.png" Type="http://schemas.openxmlformats.org/officeDocument/2006/relationships/image"/><Relationship Id="rId18" Target="../media/image59.png" Type="http://schemas.openxmlformats.org/officeDocument/2006/relationships/image"/><Relationship Id="rId19" Target="../media/image60.png" Type="http://schemas.openxmlformats.org/officeDocument/2006/relationships/image"/><Relationship Id="rId2" Target="../media/image2.png" Type="http://schemas.openxmlformats.org/officeDocument/2006/relationships/image"/><Relationship Id="rId3" Target="../media/image14.png" Type="http://schemas.openxmlformats.org/officeDocument/2006/relationships/image"/><Relationship Id="rId4" Target="../media/image31.png" Type="http://schemas.openxmlformats.org/officeDocument/2006/relationships/image"/><Relationship Id="rId5" Target="../media/image32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7.png" Type="http://schemas.openxmlformats.org/officeDocument/2006/relationships/image"/><Relationship Id="rId12" Target="../media/image38.png" Type="http://schemas.openxmlformats.org/officeDocument/2006/relationships/image"/><Relationship Id="rId13" Target="../media/image39.png" Type="http://schemas.openxmlformats.org/officeDocument/2006/relationships/image"/><Relationship Id="rId14" Target="../media/image40.png" Type="http://schemas.openxmlformats.org/officeDocument/2006/relationships/image"/><Relationship Id="rId15" Target="../media/image63.png" Type="http://schemas.openxmlformats.org/officeDocument/2006/relationships/image"/><Relationship Id="rId16" Target="../media/image64.png" Type="http://schemas.openxmlformats.org/officeDocument/2006/relationships/image"/><Relationship Id="rId17" Target="../media/image65.png" Type="http://schemas.openxmlformats.org/officeDocument/2006/relationships/image"/><Relationship Id="rId18" Target="../media/image66.png" Type="http://schemas.openxmlformats.org/officeDocument/2006/relationships/image"/><Relationship Id="rId2" Target="../media/image2.png" Type="http://schemas.openxmlformats.org/officeDocument/2006/relationships/image"/><Relationship Id="rId3" Target="../media/image14.png" Type="http://schemas.openxmlformats.org/officeDocument/2006/relationships/image"/><Relationship Id="rId4" Target="../media/image61.png" Type="http://schemas.openxmlformats.org/officeDocument/2006/relationships/image"/><Relationship Id="rId5" Target="../media/image62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33.pn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4.png" Type="http://schemas.openxmlformats.org/officeDocument/2006/relationships/image"/><Relationship Id="rId4" Target="../media/image67.png" Type="http://schemas.openxmlformats.org/officeDocument/2006/relationships/image"/><Relationship Id="rId5" Target="../media/image61.png" Type="http://schemas.openxmlformats.org/officeDocument/2006/relationships/image"/><Relationship Id="rId6" Target="../media/image62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6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1.png" Type="http://schemas.openxmlformats.org/officeDocument/2006/relationships/image"/><Relationship Id="rId11" Target="../media/image72.png" Type="http://schemas.openxmlformats.org/officeDocument/2006/relationships/image"/><Relationship Id="rId2" Target="../media/image2.png" Type="http://schemas.openxmlformats.org/officeDocument/2006/relationships/image"/><Relationship Id="rId3" Target="../media/image14.png" Type="http://schemas.openxmlformats.org/officeDocument/2006/relationships/image"/><Relationship Id="rId4" Target="../media/image69.png" Type="http://schemas.openxmlformats.org/officeDocument/2006/relationships/image"/><Relationship Id="rId5" Target="../media/image61.png" Type="http://schemas.openxmlformats.org/officeDocument/2006/relationships/image"/><Relationship Id="rId6" Target="../media/image62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7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4.png" Type="http://schemas.openxmlformats.org/officeDocument/2006/relationships/image"/><Relationship Id="rId4" Target="../media/image73.png" Type="http://schemas.openxmlformats.org/officeDocument/2006/relationships/image"/><Relationship Id="rId5" Target="../media/image61.png" Type="http://schemas.openxmlformats.org/officeDocument/2006/relationships/image"/><Relationship Id="rId6" Target="../media/image62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7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7.png" Type="http://schemas.openxmlformats.org/officeDocument/2006/relationships/image"/><Relationship Id="rId12" Target="../media/image76.png" Type="http://schemas.openxmlformats.org/officeDocument/2006/relationships/image"/><Relationship Id="rId13" Target="../media/image35.png" Type="http://schemas.openxmlformats.org/officeDocument/2006/relationships/image"/><Relationship Id="rId14" Target="../media/image38.png" Type="http://schemas.openxmlformats.org/officeDocument/2006/relationships/image"/><Relationship Id="rId15" Target="../media/image77.png" Type="http://schemas.openxmlformats.org/officeDocument/2006/relationships/image"/><Relationship Id="rId16" Target="../media/image39.png" Type="http://schemas.openxmlformats.org/officeDocument/2006/relationships/image"/><Relationship Id="rId17" Target="../media/image78.png" Type="http://schemas.openxmlformats.org/officeDocument/2006/relationships/image"/><Relationship Id="rId2" Target="../media/image2.png" Type="http://schemas.openxmlformats.org/officeDocument/2006/relationships/image"/><Relationship Id="rId3" Target="../media/image14.png" Type="http://schemas.openxmlformats.org/officeDocument/2006/relationships/image"/><Relationship Id="rId4" Target="../media/image61.png" Type="http://schemas.openxmlformats.org/officeDocument/2006/relationships/image"/><Relationship Id="rId5" Target="../media/image62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75.pn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82.png" Type="http://schemas.openxmlformats.org/officeDocument/2006/relationships/image"/><Relationship Id="rId12" Target="../media/image83.png" Type="http://schemas.openxmlformats.org/officeDocument/2006/relationships/image"/><Relationship Id="rId2" Target="../media/image2.png" Type="http://schemas.openxmlformats.org/officeDocument/2006/relationships/image"/><Relationship Id="rId3" Target="../media/image14.png" Type="http://schemas.openxmlformats.org/officeDocument/2006/relationships/image"/><Relationship Id="rId4" Target="../media/image79.png" Type="http://schemas.openxmlformats.org/officeDocument/2006/relationships/image"/><Relationship Id="rId5" Target="../media/image80.png" Type="http://schemas.openxmlformats.org/officeDocument/2006/relationships/image"/><Relationship Id="rId6" Target="../media/image81.png" Type="http://schemas.openxmlformats.org/officeDocument/2006/relationships/image"/><Relationship Id="rId7" Target="../media/image61.png" Type="http://schemas.openxmlformats.org/officeDocument/2006/relationships/image"/><Relationship Id="rId8" Target="../media/image62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png" Type="http://schemas.openxmlformats.org/officeDocument/2006/relationships/image"/><Relationship Id="rId12" Target="../media/image23.png" Type="http://schemas.openxmlformats.org/officeDocument/2006/relationships/image"/><Relationship Id="rId13" Target="../media/image24.png" Type="http://schemas.openxmlformats.org/officeDocument/2006/relationships/image"/><Relationship Id="rId14" Target="../media/image86.png" Type="http://schemas.openxmlformats.org/officeDocument/2006/relationships/image"/><Relationship Id="rId15" Target="../media/image87.png" Type="http://schemas.openxmlformats.org/officeDocument/2006/relationships/image"/><Relationship Id="rId16" Target="../media/image88.png" Type="http://schemas.openxmlformats.org/officeDocument/2006/relationships/image"/><Relationship Id="rId17" Target="../media/image89.png" Type="http://schemas.openxmlformats.org/officeDocument/2006/relationships/image"/><Relationship Id="rId18" Target="../media/image90.png" Type="http://schemas.openxmlformats.org/officeDocument/2006/relationships/image"/><Relationship Id="rId19" Target="../media/image91.png" Type="http://schemas.openxmlformats.org/officeDocument/2006/relationships/image"/><Relationship Id="rId2" Target="../media/image2.png" Type="http://schemas.openxmlformats.org/officeDocument/2006/relationships/image"/><Relationship Id="rId3" Target="../media/image14.png" Type="http://schemas.openxmlformats.org/officeDocument/2006/relationships/image"/><Relationship Id="rId4" Target="../media/image84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85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4.png" Type="http://schemas.openxmlformats.org/officeDocument/2006/relationships/image"/><Relationship Id="rId4" Target="../media/image92.png" Type="http://schemas.openxmlformats.org/officeDocument/2006/relationships/image"/><Relationship Id="rId5" Target="../media/image84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85.png" Type="http://schemas.openxmlformats.org/officeDocument/2006/relationships/image"/><Relationship Id="rId9" Target="../media/image9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4.png" Type="http://schemas.openxmlformats.org/officeDocument/2006/relationships/image"/><Relationship Id="rId4" Target="../media/image94.png" Type="http://schemas.openxmlformats.org/officeDocument/2006/relationships/image"/><Relationship Id="rId5" Target="../media/image84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85.png" Type="http://schemas.openxmlformats.org/officeDocument/2006/relationships/image"/><Relationship Id="rId9" Target="../media/image9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png" Type="http://schemas.openxmlformats.org/officeDocument/2006/relationships/image"/><Relationship Id="rId12" Target="../media/image37.png" Type="http://schemas.openxmlformats.org/officeDocument/2006/relationships/image"/><Relationship Id="rId13" Target="../media/image38.png" Type="http://schemas.openxmlformats.org/officeDocument/2006/relationships/image"/><Relationship Id="rId14" Target="../media/image39.png" Type="http://schemas.openxmlformats.org/officeDocument/2006/relationships/image"/><Relationship Id="rId15" Target="../media/image40.png" Type="http://schemas.openxmlformats.org/officeDocument/2006/relationships/image"/><Relationship Id="rId16" Target="../media/image98.png" Type="http://schemas.openxmlformats.org/officeDocument/2006/relationships/image"/><Relationship Id="rId17" Target="../media/image99.png" Type="http://schemas.openxmlformats.org/officeDocument/2006/relationships/image"/><Relationship Id="rId18" Target="../media/image100.png" Type="http://schemas.openxmlformats.org/officeDocument/2006/relationships/image"/><Relationship Id="rId19" Target="../media/image101.png" Type="http://schemas.openxmlformats.org/officeDocument/2006/relationships/image"/><Relationship Id="rId2" Target="../media/image2.png" Type="http://schemas.openxmlformats.org/officeDocument/2006/relationships/image"/><Relationship Id="rId3" Target="../media/image14.png" Type="http://schemas.openxmlformats.org/officeDocument/2006/relationships/image"/><Relationship Id="rId4" Target="../media/image9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97.png" Type="http://schemas.openxmlformats.org/officeDocument/2006/relationships/image"/><Relationship Id="rId8" Target="../media/image33.pn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4.png" Type="http://schemas.openxmlformats.org/officeDocument/2006/relationships/image"/><Relationship Id="rId4" Target="../media/image102.png" Type="http://schemas.openxmlformats.org/officeDocument/2006/relationships/image"/><Relationship Id="rId5" Target="../media/image9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97.png" Type="http://schemas.openxmlformats.org/officeDocument/2006/relationships/image"/><Relationship Id="rId9" Target="../media/image10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6.png" Type="http://schemas.openxmlformats.org/officeDocument/2006/relationships/image"/><Relationship Id="rId11" Target="../media/image107.png" Type="http://schemas.openxmlformats.org/officeDocument/2006/relationships/image"/><Relationship Id="rId2" Target="../media/image2.png" Type="http://schemas.openxmlformats.org/officeDocument/2006/relationships/image"/><Relationship Id="rId3" Target="../media/image14.png" Type="http://schemas.openxmlformats.org/officeDocument/2006/relationships/image"/><Relationship Id="rId4" Target="../media/image104.png" Type="http://schemas.openxmlformats.org/officeDocument/2006/relationships/image"/><Relationship Id="rId5" Target="../media/image9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97.png" Type="http://schemas.openxmlformats.org/officeDocument/2006/relationships/image"/><Relationship Id="rId9" Target="../media/image105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0.png" Type="http://schemas.openxmlformats.org/officeDocument/2006/relationships/image"/><Relationship Id="rId11" Target="../media/image111.png" Type="http://schemas.openxmlformats.org/officeDocument/2006/relationships/image"/><Relationship Id="rId12" Target="../media/image112.png" Type="http://schemas.openxmlformats.org/officeDocument/2006/relationships/image"/><Relationship Id="rId2" Target="../media/image2.png" Type="http://schemas.openxmlformats.org/officeDocument/2006/relationships/image"/><Relationship Id="rId3" Target="../media/image14.png" Type="http://schemas.openxmlformats.org/officeDocument/2006/relationships/image"/><Relationship Id="rId4" Target="../media/image108.png" Type="http://schemas.openxmlformats.org/officeDocument/2006/relationships/image"/><Relationship Id="rId5" Target="../media/image9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97.png" Type="http://schemas.openxmlformats.org/officeDocument/2006/relationships/image"/><Relationship Id="rId9" Target="../media/image109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3.png" Type="http://schemas.openxmlformats.org/officeDocument/2006/relationships/image"/><Relationship Id="rId3" Target="../media/image2.png" Type="http://schemas.openxmlformats.org/officeDocument/2006/relationships/image"/><Relationship Id="rId4" Target="../media/image114.png" Type="http://schemas.openxmlformats.org/officeDocument/2006/relationships/image"/><Relationship Id="rId5" Target="../media/image1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6311900" y="7505700"/>
            <a:ext cx="29286200" cy="4902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2147483647" y="2147483647"/>
            <a:ext cx="2147483647" cy="564248300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575300" y="4927600"/>
            <a:ext cx="7150100" cy="38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429500" y="6807200"/>
            <a:ext cx="3429000" cy="673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089900" y="2438400"/>
            <a:ext cx="368300" cy="25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509000" y="2374900"/>
            <a:ext cx="1866900" cy="914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181600" y="3568700"/>
            <a:ext cx="8140700" cy="1739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124200" y="4419600"/>
            <a:ext cx="10947400" cy="3098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7747000" y="6807200"/>
            <a:ext cx="2921000" cy="825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286000" y="2298700"/>
            <a:ext cx="88900" cy="673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413000" y="1663700"/>
            <a:ext cx="2298700" cy="2197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648200" y="-1587500"/>
            <a:ext cx="18008600" cy="13462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693400" y="7061200"/>
            <a:ext cx="2349500" cy="2362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5485003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52500" y="2095500"/>
            <a:ext cx="16383000" cy="38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76300" y="647700"/>
            <a:ext cx="1473200" cy="685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12800" y="977900"/>
            <a:ext cx="3124200" cy="2032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002000" y="1485900"/>
            <a:ext cx="330200" cy="215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370300" y="1384300"/>
            <a:ext cx="1143000" cy="508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33500" y="2959100"/>
            <a:ext cx="15621000" cy="1905000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4699000" y="3898900"/>
            <a:ext cx="952500" cy="12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33500" y="5156200"/>
            <a:ext cx="15621000" cy="19050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4699000" y="6096000"/>
            <a:ext cx="952500" cy="12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333500" y="7289800"/>
            <a:ext cx="15621000" cy="19050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5400000">
            <a:off x="4699000" y="8242300"/>
            <a:ext cx="952500" cy="127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222500" y="3492500"/>
            <a:ext cx="2286000" cy="10287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5588000" y="3390900"/>
            <a:ext cx="10248900" cy="11811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955800" y="5626100"/>
            <a:ext cx="2501900" cy="10922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2247900" y="7823200"/>
            <a:ext cx="2324100" cy="10287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5588000" y="7721600"/>
            <a:ext cx="10744200" cy="11811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5588000" y="5575300"/>
            <a:ext cx="9588500" cy="1181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5485003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52500" y="2095500"/>
            <a:ext cx="16383000" cy="38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76300" y="647700"/>
            <a:ext cx="1524000" cy="685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12800" y="977900"/>
            <a:ext cx="8699500" cy="2743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33500" y="3098800"/>
            <a:ext cx="15621000" cy="1244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73200" y="3238500"/>
            <a:ext cx="952500" cy="952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33500" y="4622800"/>
            <a:ext cx="15621000" cy="1244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73200" y="4762500"/>
            <a:ext cx="952500" cy="952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33500" y="6134100"/>
            <a:ext cx="15621000" cy="1244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73200" y="6273800"/>
            <a:ext cx="952500" cy="952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33500" y="7658100"/>
            <a:ext cx="15621000" cy="12446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73200" y="7797800"/>
            <a:ext cx="952500" cy="9525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-1200000">
            <a:off x="3987800" y="5981700"/>
            <a:ext cx="838200" cy="838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01800" y="3225800"/>
            <a:ext cx="723900" cy="11049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689100" y="4749800"/>
            <a:ext cx="787400" cy="11049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689100" y="6261100"/>
            <a:ext cx="774700" cy="11176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689100" y="7785100"/>
            <a:ext cx="736600" cy="11049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4267200" y="3276600"/>
            <a:ext cx="11214100" cy="10795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3390900" y="7874000"/>
            <a:ext cx="12992100" cy="16002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3467100" y="4800600"/>
            <a:ext cx="12877800" cy="10795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4762500" y="6311900"/>
            <a:ext cx="10248900" cy="1079500"/>
          </a:xfrm>
          <a:prstGeom prst="rect">
            <a:avLst/>
          </a:prstGeom>
        </p:spPr>
      </p:pic>
      <p:grpSp>
        <p:nvGrpSpPr>
          <p:cNvPr name="Group 25" id="2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6" id="26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6002000" y="1485900"/>
            <a:ext cx="330200" cy="2159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6370300" y="1384300"/>
            <a:ext cx="11430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5485003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52500" y="2095500"/>
            <a:ext cx="16383000" cy="381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616200" y="2781300"/>
            <a:ext cx="13055600" cy="5588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76300" y="647700"/>
            <a:ext cx="1524000" cy="685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12800" y="977900"/>
            <a:ext cx="8699500" cy="27432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002000" y="1485900"/>
            <a:ext cx="330200" cy="215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370300" y="1384300"/>
            <a:ext cx="1143000" cy="508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517900" y="8737600"/>
            <a:ext cx="11506200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5485003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52500" y="2095500"/>
            <a:ext cx="16383000" cy="381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955800" y="3009900"/>
            <a:ext cx="14376400" cy="4279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76300" y="647700"/>
            <a:ext cx="1524000" cy="685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12800" y="977900"/>
            <a:ext cx="8699500" cy="27432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002000" y="1485900"/>
            <a:ext cx="330200" cy="215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370300" y="1384300"/>
            <a:ext cx="1143000" cy="508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289300" y="7848600"/>
            <a:ext cx="12065000" cy="1638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5485003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52500" y="2095500"/>
            <a:ext cx="16383000" cy="38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76300" y="647700"/>
            <a:ext cx="1524000" cy="685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12800" y="977900"/>
            <a:ext cx="8699500" cy="27432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002000" y="1485900"/>
            <a:ext cx="330200" cy="215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370300" y="1384300"/>
            <a:ext cx="1143000" cy="508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33500" y="2959100"/>
            <a:ext cx="15621000" cy="1905000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4699000" y="3898900"/>
            <a:ext cx="952500" cy="12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33500" y="5156200"/>
            <a:ext cx="15621000" cy="19050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4699000" y="6096000"/>
            <a:ext cx="952500" cy="12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333500" y="7289800"/>
            <a:ext cx="15621000" cy="19050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5400000">
            <a:off x="4699000" y="8242300"/>
            <a:ext cx="952500" cy="127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120900" y="3492500"/>
            <a:ext cx="2603500" cy="10287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5588000" y="3390900"/>
            <a:ext cx="10528300" cy="11811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336800" y="5676900"/>
            <a:ext cx="2108200" cy="10287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2044700" y="7823200"/>
            <a:ext cx="2552700" cy="10287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5588000" y="7493000"/>
            <a:ext cx="9740900" cy="16256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5588000" y="5346700"/>
            <a:ext cx="9918700" cy="1625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5485003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52500" y="2095500"/>
            <a:ext cx="16383000" cy="38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76300" y="647700"/>
            <a:ext cx="1524000" cy="685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12800" y="977900"/>
            <a:ext cx="8699500" cy="27432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002000" y="1485900"/>
            <a:ext cx="330200" cy="215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370300" y="1384300"/>
            <a:ext cx="1143000" cy="508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33500" y="2959100"/>
            <a:ext cx="15621000" cy="1905000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4699000" y="3898900"/>
            <a:ext cx="952500" cy="12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33500" y="5156200"/>
            <a:ext cx="15621000" cy="19050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4699000" y="6096000"/>
            <a:ext cx="952500" cy="12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333500" y="7289800"/>
            <a:ext cx="15621000" cy="19050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5400000">
            <a:off x="4699000" y="8242300"/>
            <a:ext cx="952500" cy="127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120900" y="3492500"/>
            <a:ext cx="2616200" cy="10287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5588000" y="3390900"/>
            <a:ext cx="8940800" cy="11811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765300" y="5676900"/>
            <a:ext cx="3136900" cy="10287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5588000" y="7493000"/>
            <a:ext cx="5283200" cy="16256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5588000" y="5575300"/>
            <a:ext cx="9029700" cy="11811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765300" y="7823200"/>
            <a:ext cx="3136900" cy="1028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5485003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52500" y="2095500"/>
            <a:ext cx="16383000" cy="38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76300" y="647700"/>
            <a:ext cx="1511300" cy="673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12800" y="977900"/>
            <a:ext cx="11315700" cy="2032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002000" y="1485900"/>
            <a:ext cx="330200" cy="215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370300" y="1384300"/>
            <a:ext cx="1143000" cy="508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33500" y="3098800"/>
            <a:ext cx="15621000" cy="1244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73200" y="3238500"/>
            <a:ext cx="952500" cy="952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33500" y="4622800"/>
            <a:ext cx="15621000" cy="1244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73200" y="4762500"/>
            <a:ext cx="952500" cy="952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33500" y="6134100"/>
            <a:ext cx="15621000" cy="1244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73200" y="6273800"/>
            <a:ext cx="952500" cy="952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33500" y="7658100"/>
            <a:ext cx="15621000" cy="12446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73200" y="7797800"/>
            <a:ext cx="952500" cy="9525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701800" y="3225800"/>
            <a:ext cx="723900" cy="11049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689100" y="4749800"/>
            <a:ext cx="787400" cy="11049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689100" y="6261100"/>
            <a:ext cx="774700" cy="11176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689100" y="7785100"/>
            <a:ext cx="736600" cy="11049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3225800" y="3314700"/>
            <a:ext cx="13157200" cy="16002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3771900" y="4838700"/>
            <a:ext cx="12230100" cy="16002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3073400" y="7874000"/>
            <a:ext cx="13627100" cy="16002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5676900" y="6311900"/>
            <a:ext cx="8369300" cy="1079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5485003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52500" y="2095500"/>
            <a:ext cx="16383000" cy="381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670300" y="2349500"/>
            <a:ext cx="10947400" cy="5435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76300" y="647700"/>
            <a:ext cx="1511300" cy="673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12800" y="977900"/>
            <a:ext cx="11315700" cy="20320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002000" y="1485900"/>
            <a:ext cx="330200" cy="215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370300" y="1384300"/>
            <a:ext cx="1143000" cy="508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311400" y="7937500"/>
            <a:ext cx="14274800" cy="2895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5485003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52500" y="2095500"/>
            <a:ext cx="16383000" cy="381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276600" y="2387600"/>
            <a:ext cx="11734800" cy="7531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76300" y="647700"/>
            <a:ext cx="1511300" cy="673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12800" y="977900"/>
            <a:ext cx="11315700" cy="20320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002000" y="1485900"/>
            <a:ext cx="330200" cy="215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370300" y="1384300"/>
            <a:ext cx="1143000" cy="508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423400" y="4597400"/>
            <a:ext cx="3022600" cy="1066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423400" y="3086100"/>
            <a:ext cx="5003800" cy="1066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410700" y="6007100"/>
            <a:ext cx="3238500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5485003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52500" y="2095500"/>
            <a:ext cx="16383000" cy="381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740400" y="2857500"/>
            <a:ext cx="6807200" cy="5130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76300" y="647700"/>
            <a:ext cx="1511300" cy="673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12800" y="977900"/>
            <a:ext cx="11315700" cy="20320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002000" y="1485900"/>
            <a:ext cx="330200" cy="215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370300" y="1384300"/>
            <a:ext cx="1143000" cy="508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022600" y="8166100"/>
            <a:ext cx="12331700" cy="1701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5485003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52500" y="2095500"/>
            <a:ext cx="16383000" cy="38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76300" y="647700"/>
            <a:ext cx="1511300" cy="673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12800" y="977900"/>
            <a:ext cx="11315700" cy="2032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002000" y="1485900"/>
            <a:ext cx="330200" cy="215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370300" y="1384300"/>
            <a:ext cx="1143000" cy="508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06500" y="2730500"/>
            <a:ext cx="7594600" cy="1066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33500" y="3937000"/>
            <a:ext cx="15621000" cy="1231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73200" y="4076700"/>
            <a:ext cx="952500" cy="952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701800" y="4064000"/>
            <a:ext cx="723900" cy="1104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6883400" y="4152900"/>
            <a:ext cx="5219700" cy="1600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333500" y="5689600"/>
            <a:ext cx="15621000" cy="12446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73200" y="5829300"/>
            <a:ext cx="952500" cy="952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689100" y="5829300"/>
            <a:ext cx="787400" cy="11049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3124200" y="5905500"/>
            <a:ext cx="12966700" cy="1600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33500" y="7378700"/>
            <a:ext cx="15621000" cy="12446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73200" y="7518400"/>
            <a:ext cx="952500" cy="9525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689100" y="7505700"/>
            <a:ext cx="774700" cy="11176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3962400" y="7594600"/>
            <a:ext cx="11112500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5485003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52500" y="2095500"/>
            <a:ext cx="16383000" cy="381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16000" y="4216400"/>
            <a:ext cx="7340600" cy="30226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318500" y="3302000"/>
            <a:ext cx="9055100" cy="6565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242800" y="7010400"/>
            <a:ext cx="1663700" cy="1663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76300" y="647700"/>
            <a:ext cx="1511300" cy="673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12800" y="977900"/>
            <a:ext cx="11315700" cy="20320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002000" y="1485900"/>
            <a:ext cx="330200" cy="215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6370300" y="1384300"/>
            <a:ext cx="1143000" cy="508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55700" y="2197100"/>
            <a:ext cx="11391900" cy="1701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3754100" y="7124700"/>
            <a:ext cx="2336800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5485003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52500" y="2095500"/>
            <a:ext cx="16383000" cy="38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76300" y="647700"/>
            <a:ext cx="1498600" cy="6731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002000" y="1485900"/>
            <a:ext cx="330200" cy="215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370300" y="1384300"/>
            <a:ext cx="1143000" cy="508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12800" y="977900"/>
            <a:ext cx="11417300" cy="2032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33500" y="2959100"/>
            <a:ext cx="15621000" cy="1905000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4699000" y="3898900"/>
            <a:ext cx="952500" cy="12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33500" y="5156200"/>
            <a:ext cx="15621000" cy="19050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4699000" y="6096000"/>
            <a:ext cx="952500" cy="12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333500" y="7289800"/>
            <a:ext cx="15621000" cy="19050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5400000">
            <a:off x="4699000" y="8242300"/>
            <a:ext cx="952500" cy="127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714500" y="3492500"/>
            <a:ext cx="3251200" cy="10287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5588000" y="3390900"/>
            <a:ext cx="9880600" cy="11811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384300" y="5676900"/>
            <a:ext cx="3556000" cy="10287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5588000" y="7721600"/>
            <a:ext cx="5918200" cy="11811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5588000" y="5575300"/>
            <a:ext cx="4724400" cy="11811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765300" y="7823200"/>
            <a:ext cx="3200400" cy="10287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5485003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52500" y="2095500"/>
            <a:ext cx="16383000" cy="381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46200" y="3606800"/>
            <a:ext cx="15582900" cy="5588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76300" y="647700"/>
            <a:ext cx="1498600" cy="6731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002000" y="1485900"/>
            <a:ext cx="330200" cy="215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370300" y="1384300"/>
            <a:ext cx="1143000" cy="508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12800" y="977900"/>
            <a:ext cx="11417300" cy="2032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55700" y="2451100"/>
            <a:ext cx="4318000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5485003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52500" y="2095500"/>
            <a:ext cx="16383000" cy="381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289300" y="3352800"/>
            <a:ext cx="11696700" cy="5956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76300" y="647700"/>
            <a:ext cx="1498600" cy="6731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002000" y="1485900"/>
            <a:ext cx="330200" cy="215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370300" y="1384300"/>
            <a:ext cx="1143000" cy="508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12800" y="977900"/>
            <a:ext cx="11417300" cy="2032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55700" y="2324100"/>
            <a:ext cx="3124200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5485003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52500" y="2095500"/>
            <a:ext cx="16383000" cy="38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76300" y="647700"/>
            <a:ext cx="1511300" cy="6731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002000" y="1485900"/>
            <a:ext cx="330200" cy="215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370300" y="1384300"/>
            <a:ext cx="1143000" cy="508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12800" y="977900"/>
            <a:ext cx="11341100" cy="2032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33500" y="3098800"/>
            <a:ext cx="15621000" cy="1244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73200" y="3238500"/>
            <a:ext cx="952500" cy="952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33500" y="4622800"/>
            <a:ext cx="15621000" cy="1244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73200" y="4762500"/>
            <a:ext cx="952500" cy="952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33500" y="6134100"/>
            <a:ext cx="15621000" cy="1244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73200" y="6273800"/>
            <a:ext cx="952500" cy="952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33500" y="7658100"/>
            <a:ext cx="15621000" cy="12446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73200" y="7797800"/>
            <a:ext cx="952500" cy="952500"/>
          </a:xfrm>
          <a:prstGeom prst="rect">
            <a:avLst/>
          </a:prstGeom>
        </p:spPr>
      </p:pic>
      <p:grpSp>
        <p:nvGrpSpPr>
          <p:cNvPr name="Group 18" id="1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-1200000">
            <a:off x="5245100" y="5854700"/>
            <a:ext cx="838200" cy="838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701800" y="3225800"/>
            <a:ext cx="723900" cy="11049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689100" y="4749800"/>
            <a:ext cx="787400" cy="11049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689100" y="6261100"/>
            <a:ext cx="774700" cy="11176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689100" y="7785100"/>
            <a:ext cx="736600" cy="11049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3911600" y="3276600"/>
            <a:ext cx="11836400" cy="10795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2641600" y="4800600"/>
            <a:ext cx="14452600" cy="10795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4267200" y="7874000"/>
            <a:ext cx="11125200" cy="16002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5803900" y="6350000"/>
            <a:ext cx="8013700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5485003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52500" y="2095500"/>
            <a:ext cx="16383000" cy="381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3048000"/>
            <a:ext cx="16776700" cy="4381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76300" y="647700"/>
            <a:ext cx="1511300" cy="6731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002000" y="1485900"/>
            <a:ext cx="330200" cy="215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370300" y="1384300"/>
            <a:ext cx="1143000" cy="508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12800" y="977900"/>
            <a:ext cx="11341100" cy="2032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581400" y="7874000"/>
            <a:ext cx="11176000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5485003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52500" y="2095500"/>
            <a:ext cx="16383000" cy="381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86000" y="2298700"/>
            <a:ext cx="13716000" cy="4851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76300" y="647700"/>
            <a:ext cx="1511300" cy="6731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002000" y="1485900"/>
            <a:ext cx="330200" cy="215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370300" y="1384300"/>
            <a:ext cx="1143000" cy="508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12800" y="977900"/>
            <a:ext cx="11341100" cy="2032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819400" y="7239000"/>
            <a:ext cx="12420600" cy="2984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794500" y="6273800"/>
            <a:ext cx="2209800" cy="16002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576300" y="5727700"/>
            <a:ext cx="2209800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5485003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52500" y="2095500"/>
            <a:ext cx="16383000" cy="381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223000" y="3683000"/>
            <a:ext cx="5842000" cy="5321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76300" y="647700"/>
            <a:ext cx="1511300" cy="6731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002000" y="1485900"/>
            <a:ext cx="330200" cy="215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370300" y="1384300"/>
            <a:ext cx="1143000" cy="508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12800" y="977900"/>
            <a:ext cx="11341100" cy="2032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55700" y="2324100"/>
            <a:ext cx="4229100" cy="1066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838700" y="5588000"/>
            <a:ext cx="2209800" cy="1066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708900" y="7429500"/>
            <a:ext cx="2222500" cy="1066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379200" y="5588000"/>
            <a:ext cx="2247900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6515100" y="5461000"/>
            <a:ext cx="30391100" cy="9042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01700" y="3454400"/>
            <a:ext cx="14541500" cy="3416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7239000" y="8521700"/>
            <a:ext cx="32753300" cy="172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